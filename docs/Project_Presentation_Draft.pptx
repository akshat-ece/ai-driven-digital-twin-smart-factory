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AI-Driven Digital Twin for Smart Factory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Project overview and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HCLTech Embedded Systems &amp; IoT Project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Akshat Kaushal | B.Tech ECE | ABES Engineering College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Current demonstration: simulated telemetry; physical ESP32 integration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Machine parameters need to be collected and monitored consistently.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The prototype demonstrates telemetry ingestion, cloud storage, AI-assisted classification and dashboard visualization.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The current scope is one logical machine with seven telemetry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Receive temperature, pressure, motor speed, vibration, current, voltage and humidity.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Store time-series telemetry in InfluxDB Cloud.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Classify the latest complete sensor vector using a PyTorch prototype model.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Visualize trends and AI status in Grafana.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89920" cy="5870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Python and Flask – cloud receiver/API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MQTT/message transport – telemetry delivery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InfluxDB Cloud – time-series storage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PyTorch – prototype neural-network classifier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Grafana Cloud – monitoring dashboard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ESP32/Arduino – planned physical acquisition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AI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Seven input features feed a 7→16→8→1 neural network.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Current training set: 8 hard-coded examples (5 normal, 3 fault).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Prototype status thresholds: NORMAL &lt; 0.50; WARNING 0.50–&lt;0.80; FAULT ≥ 0.80.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Scores are not calibrated industrial failure probabilities; independent validation is still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Current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Present in supplied repository: Flask receiver, PyTorch AI worker, InfluxDB integration code, Grafana query notes, README and draft SRS.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Current demo mode: simulated telemetry.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Arduino firmware is stored separately in the local HCL folder and has not yet been reviewed in this audit.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No physical ESP32 test evidence was included in the supplied ZIP.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Validate accepted and rejected HTTP payloads.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Verify InfluxDB measurements, tags, fields and timestamps.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Verify AI freshness checks and factory_ai writes.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Correct and verify Grafana queries.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Run independent model validation before reporting accuracy.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Record actual evidence; current test cases are marked Not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Expand and independently validate the labelled training dataset.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Add feature scaling and model versioning.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Improve InfluxDB write error handling.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Integrate and test physical ESP32 sensors and MQTT firmware.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Add multi-machine support and alerting after the core prototype is 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The project demonstrates an end-to-end simulated Industrial IoT monitoring pipeline.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It combines cloud time-series storage, prototype AI classification and dashboard visualization.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Next milestone: review local firmware, verify hardware integration and execute the test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