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AI-Driven Digital Twin for Smart Factory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058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Project overview and implementation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HCLTech Embedded Systems &amp; IoT Project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Akshat Kaushal | B.Tech ECE | ABES Engineering College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Current demonstration: simulated telemetry generated by an ESP32; no physical sensors connected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Machine parameters need to be collected and monitored consistently.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The prototype demonstrates telemetry ingestion, cloud storage, AI-assisted classification and dashboard visualization.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The current scope is one logical machine with seven telemetry parameters.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Receive temperature, pressure, motor speed, vibration, current, voltage and humidity.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Store time-series telemetry in InfluxDB Cloud.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Classify the latest complete telemetry vector using a PyTorch prototype model.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Visualize trends and AI status in Grafana.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System Architecture</a:t>
            </a:r>
          </a:p>
        </p:txBody>
      </p:sp>
      <p:pic>
        <p:nvPicPr>
          <p:cNvPr id="3" name="Picture 2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10789920" cy="58705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Python and Flask – cloud receiver/API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MQTT (EMQX Cloud) – telemetry delivery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InfluxDB Cloud – time-series storage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PyTorch – prototype neural-network classifier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Grafana Cloud – monitoring dashboard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ESP32 (Arduino IDE firmware) – generates simulated telemetry; physical sensors planned (e.g., BME680)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AI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Seven input features feed a 7→16→8→1 neural network.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Current training set: 8 hard-coded examples (5 normal, 3 fault).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Prototype status thresholds: NORMAL &lt; 0.50; WARNING 0.50–&lt;0.80; FAULT ≥ 0.80.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Scores are not calibrated industrial failure probabilities; independent validation is still required.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Current Implementation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Present in the GitHub repository: Flask receiver, PyTorch AI worker, InfluxDB integration code, Grafana query notes, ESP32 firmware, README and SRS.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Current demo mode: simulated telemetry.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ESP32 firmware (firmware/esp32_machine_simulator) generates simulated telemetry and publishes it over MQTT.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No physical sensors are connected; test results are not yet recorded.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Testing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Validate accepted and rejected HTTP payloads.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Verify InfluxDB measurements, tags, fields and timestamps.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Verify AI freshness checks and factory_ai writes.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Correct and verify Grafana queries.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Run independent model validation before reporting accuracy.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Record actual evidence; current test cases are marked Not Run.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Limitations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Expand and independently validate the labelled training dataset.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Add feature scaling and model versioning.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Improve InfluxDB write error handling.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Integrate and test physical sensors (e.g., BME680) with the ESP32 firmware.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Add multi-machine support and alerting after the core prototype is verified.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The project demonstrates an end-to-end simulated Industrial IoT monitoring pipeline.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It combines cloud time-series storage, prototype AI classification and dashboard visualization.</a:t>
            </a:r>
          </a:p>
          <a:p>
            <a:pPr>
              <a:spcAft>
                <a:spcPts val="1400"/>
              </a:spcAft>
              <a:defRPr sz="2100">
                <a:solidFill>
                  <a:srgbClr val="2D3748"/>
                </a:solidFill>
              </a:defRPr>
            </a:pPr>
            <a:r>
              <a:t>Next milestone: integrate physical sensors, verify them and execute the test plan.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